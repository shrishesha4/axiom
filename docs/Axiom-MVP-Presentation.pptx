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D9488"/>
                </a:solidFill>
              </a:defRPr>
            </a:pPr>
            <a:r>
              <a:t>Axiom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AI-Powered Competitive Intelligence for Life Sciences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MVP Prototype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Life Sciences  |  Cloud  |  AI-Assisted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 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Life sciences teams need fast competitive landscape views, but data is scattered across multiple public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Researchers manually search ClinicalTrials.gov, openFDA, and PubMed - often exporting spreadsheets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Competitive intelligence takes hours and becomes stale quickly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Strategy and BD teams need answers like: Who is running trials? Which mechanisms are crowded? Where is white-space?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Generic AI chatbots are risky - they can invent trial counts and drug statistics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There is no single workspace that fetches live public data, visualizes it, and explains it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Selected use case: Competitive pharmaceutical intelligence powered by live public APIs +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Build an MVP web app that accepts plain-English research questions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Use an AI agent with tool calling - the LLM decides which data tools to run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Fetch live data at query time from ClinicalTrials.gov, openFDA, and PubMed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Compute metrics in Python (momentum scores, white-space signals) - not in the LLM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Generate dynamic dashboards, follow-up chat, executive briefings, and bull/bear debate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Package everything in Docker; deploy on GCP VM with nginx and a free dpdns domain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Vibe-code rapidly with Cursor while keeping architecture and guardrails human-designed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Frontend: Next.js + React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Backend: FastAPI (Python)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Database: PostgreSQL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AI: OpenRouter + DeepSeek V4 Flash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Data: ClinicalTrials.gov, openFDA, PubMed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Deploy: Docker, GCP VM, nginx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</a:defRPr>
            </a:pPr>
            <a:r>
              <a:t>Flow: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User question -&gt; Agent -&gt; Tools -&gt; Live APIs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-&gt; Dashboard + AI explanation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463040"/>
            <a:ext cx="3657600" cy="685800"/>
          </a:xfrm>
          <a:prstGeom prst="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Browser / Next.js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468880"/>
            <a:ext cx="3657600" cy="685800"/>
          </a:xfrm>
          <a:prstGeom prst="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FastAPI Agent +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474720"/>
            <a:ext cx="3657600" cy="685800"/>
          </a:xfrm>
          <a:prstGeom prst="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480560"/>
            <a:ext cx="3657600" cy="685800"/>
          </a:xfrm>
          <a:prstGeom prst="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Public APIs + DeepSeek V4 Flash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Live investigation - fresh trial, FDA, and PubMed data per query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AI agent with 8+ tools (search trials, landscape, momentum, white-space, safety, publications)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Dynamic dashboard - charts adapt to question intent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Server-computed momentum rankings and white-space opportunity detection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Explain these signals - AI narrates dashboard data with citations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Follow-up chat on the same investigation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Executive briefing export and bull vs bear investment debate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Session library, portfolio view, auth, and admin token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FBF1"/>
                </a:solidFill>
              </a:defRPr>
            </a:pPr>
            <a:r>
              <a:t>Step 1 - Ask a research question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321040" cy="126618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User enters a plain-English question or picks an example prompt from the command center.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FBF1"/>
                </a:solidFill>
              </a:defRPr>
            </a:pPr>
            <a:r>
              <a:t>Step 2 - Live dashboard and AI agent</a:t>
            </a:r>
          </a:p>
        </p:txBody>
      </p:sp>
      <p:pic>
        <p:nvPicPr>
          <p:cNvPr id="5" name="Picture 4" descr="02-workspac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8503920" cy="6079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Agent fetches live data, builds KPIs/charts, runs bull/bear debate, and supports follow-up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FBF1"/>
                </a:solidFill>
              </a:defRPr>
            </a:pPr>
            <a:r>
              <a:t>Step 3 - Saved investigations</a:t>
            </a:r>
          </a:p>
        </p:txBody>
      </p:sp>
      <p:pic>
        <p:nvPicPr>
          <p:cNvPr id="5" name="Picture 4" descr="03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321040" cy="59489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Users revisit past investigations from the library and portfolio 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the Prototype Solves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One question replaces hours of manual searching across multiple websites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Data is live - fetched at investigation time, not from a stale demo dataset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Visual dashboard makes competitive landscape easy to scan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AI explains results but numbers come from code and APIs - reducing hallucination risk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Briefings and debate views support real strategy conversations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Cloud-ready Docker deployment proves the app can run in production-like hosting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Learnings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Challenge: LLMs want to answer from memory - solved with tool-first agent design and strict prompts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Challenge: Live API calls are slow (30-60s) - addressed with streaming UI and agent trace visibility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Challenge: Dashboard must match question intent - built intent classification for dynamic sections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Challenge: Deploying full stack on a VM - solved with Docker Compose + nginx reverse proxy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Learning: Server-computed metrics are more trustworthy than LLM-generated scores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Learning: MVP scope matters - public APIs first, enterprise features later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Learning: Vibe coding is fast, but testing real data flows is still essential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AI-Assisted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This MVP was vibe-coded - built rapidly with AI coding tools while keeping human ownership of architecture and product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Cursor - AI pair programmer for frontend, backend, Docker, and debugging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DeepSeek V4 Flash (open-source via OpenRouter) - agent reasoning, tool selection, summaries, briefings, debate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OpenRouter - one API for model access, easy swapping, optional web search plugins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AI helped write boilerplate UI, API routes, and agent orchestration code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Human decisions: data sources, tool schemas, prompts, guardrails, deployment, and UX flow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Validation: real NCT IDs, matching chart data, health checks, and end-to-end investigation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Phase 1 (Done): MVP with live public data, agent, dashboard, briefing, GCP VM deploy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Phase 2: Caching, monitoring, CI/CD, more data sources, mobile polish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Phase 3: Enterprise - private data connectors, alerts, SSO, audit logs, multi-tenant GCP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Future: RAG on internal documents, regulatory-ready exports, forecasting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CFBF1"/>
                </a:solidFill>
              </a:defRPr>
            </a:pPr>
            <a:r>
              <a:t>Questions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